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06504-8E8E-4609-BD40-F806F8B9955D}" v="126" dt="2026-04-11T06:53:00.3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ik yadav" userId="e688740789cbf9d0" providerId="LiveId" clId="{74D1E819-DC77-4894-ADB7-B57087AC20FD}"/>
    <pc:docChg chg="undo custSel modSld">
      <pc:chgData name="Sarthik yadav" userId="e688740789cbf9d0" providerId="LiveId" clId="{74D1E819-DC77-4894-ADB7-B57087AC20FD}" dt="2026-04-11T06:52:58.731" v="446" actId="1076"/>
      <pc:docMkLst>
        <pc:docMk/>
      </pc:docMkLst>
      <pc:sldChg chg="modSp mod">
        <pc:chgData name="Sarthik yadav" userId="e688740789cbf9d0" providerId="LiveId" clId="{74D1E819-DC77-4894-ADB7-B57087AC20FD}" dt="2026-04-11T05:50:12.009" v="5" actId="1076"/>
        <pc:sldMkLst>
          <pc:docMk/>
          <pc:sldMk cId="4172270988" sldId="256"/>
        </pc:sldMkLst>
        <pc:spChg chg="mod">
          <ac:chgData name="Sarthik yadav" userId="e688740789cbf9d0" providerId="LiveId" clId="{74D1E819-DC77-4894-ADB7-B57087AC20FD}" dt="2026-04-11T05:50:12.009" v="5" actId="1076"/>
          <ac:spMkLst>
            <pc:docMk/>
            <pc:sldMk cId="4172270988" sldId="256"/>
            <ac:spMk id="2" creationId="{54A94E13-AF13-FE84-B59A-88C7FF0DDD90}"/>
          </ac:spMkLst>
        </pc:spChg>
      </pc:sldChg>
      <pc:sldChg chg="addSp delSp modSp mod">
        <pc:chgData name="Sarthik yadav" userId="e688740789cbf9d0" providerId="LiveId" clId="{74D1E819-DC77-4894-ADB7-B57087AC20FD}" dt="2026-04-11T06:46:29.621" v="404" actId="1076"/>
        <pc:sldMkLst>
          <pc:docMk/>
          <pc:sldMk cId="4021755230" sldId="258"/>
        </pc:sldMkLst>
        <pc:spChg chg="mod">
          <ac:chgData name="Sarthik yadav" userId="e688740789cbf9d0" providerId="LiveId" clId="{74D1E819-DC77-4894-ADB7-B57087AC20FD}" dt="2026-04-11T06:45:38.526" v="399" actId="20577"/>
          <ac:spMkLst>
            <pc:docMk/>
            <pc:sldMk cId="4021755230" sldId="258"/>
            <ac:spMk id="3" creationId="{D609A8C4-4EBE-CD01-32B2-BE69FCAB26EC}"/>
          </ac:spMkLst>
        </pc:spChg>
        <pc:spChg chg="add">
          <ac:chgData name="Sarthik yadav" userId="e688740789cbf9d0" providerId="LiveId" clId="{74D1E819-DC77-4894-ADB7-B57087AC20FD}" dt="2026-04-11T05:53:51.261" v="7"/>
          <ac:spMkLst>
            <pc:docMk/>
            <pc:sldMk cId="4021755230" sldId="258"/>
            <ac:spMk id="5" creationId="{828F6D82-E5C1-FCD0-30F9-2A17D55C58A4}"/>
          </ac:spMkLst>
        </pc:spChg>
        <pc:spChg chg="add mod">
          <ac:chgData name="Sarthik yadav" userId="e688740789cbf9d0" providerId="LiveId" clId="{74D1E819-DC77-4894-ADB7-B57087AC20FD}" dt="2026-04-11T05:54:16.144" v="11"/>
          <ac:spMkLst>
            <pc:docMk/>
            <pc:sldMk cId="4021755230" sldId="258"/>
            <ac:spMk id="6" creationId="{7BBB2102-4F29-EF5E-271F-510EE7420B6F}"/>
          </ac:spMkLst>
        </pc:spChg>
        <pc:spChg chg="add mod">
          <ac:chgData name="Sarthik yadav" userId="e688740789cbf9d0" providerId="LiveId" clId="{74D1E819-DC77-4894-ADB7-B57087AC20FD}" dt="2026-04-11T05:55:14.018" v="22" actId="14100"/>
          <ac:spMkLst>
            <pc:docMk/>
            <pc:sldMk cId="4021755230" sldId="258"/>
            <ac:spMk id="7" creationId="{221C6B35-80F4-705B-44E8-07BF0D3C56CC}"/>
          </ac:spMkLst>
        </pc:spChg>
        <pc:spChg chg="add mod">
          <ac:chgData name="Sarthik yadav" userId="e688740789cbf9d0" providerId="LiveId" clId="{74D1E819-DC77-4894-ADB7-B57087AC20FD}" dt="2026-04-11T06:45:29.385" v="398" actId="1076"/>
          <ac:spMkLst>
            <pc:docMk/>
            <pc:sldMk cId="4021755230" sldId="258"/>
            <ac:spMk id="8" creationId="{403712F8-34A3-73D2-7F18-69951374FDC8}"/>
          </ac:spMkLst>
        </pc:spChg>
        <pc:spChg chg="del mod">
          <ac:chgData name="Sarthik yadav" userId="e688740789cbf9d0" providerId="LiveId" clId="{74D1E819-DC77-4894-ADB7-B57087AC20FD}" dt="2026-04-11T05:55:17.829" v="24"/>
          <ac:spMkLst>
            <pc:docMk/>
            <pc:sldMk cId="4021755230" sldId="258"/>
            <ac:spMk id="10" creationId="{4ACCC8AB-F2CD-025B-9A3E-70AFECE18255}"/>
          </ac:spMkLst>
        </pc:spChg>
        <pc:spChg chg="mod">
          <ac:chgData name="Sarthik yadav" userId="e688740789cbf9d0" providerId="LiveId" clId="{74D1E819-DC77-4894-ADB7-B57087AC20FD}" dt="2026-04-11T06:46:29.621" v="404" actId="1076"/>
          <ac:spMkLst>
            <pc:docMk/>
            <pc:sldMk cId="4021755230" sldId="258"/>
            <ac:spMk id="11" creationId="{43B2B096-1572-EC46-EE4E-65B588F885B0}"/>
          </ac:spMkLst>
        </pc:spChg>
      </pc:sldChg>
      <pc:sldChg chg="modSp mod">
        <pc:chgData name="Sarthik yadav" userId="e688740789cbf9d0" providerId="LiveId" clId="{74D1E819-DC77-4894-ADB7-B57087AC20FD}" dt="2026-04-11T06:33:21.104" v="283" actId="14100"/>
        <pc:sldMkLst>
          <pc:docMk/>
          <pc:sldMk cId="188561740" sldId="259"/>
        </pc:sldMkLst>
        <pc:graphicFrameChg chg="mod modGraphic">
          <ac:chgData name="Sarthik yadav" userId="e688740789cbf9d0" providerId="LiveId" clId="{74D1E819-DC77-4894-ADB7-B57087AC20FD}" dt="2026-04-11T06:33:21.104" v="283" actId="14100"/>
          <ac:graphicFrameMkLst>
            <pc:docMk/>
            <pc:sldMk cId="188561740" sldId="259"/>
            <ac:graphicFrameMk id="5" creationId="{4D486EC0-E04D-95E7-B43B-C60E6CC60E85}"/>
          </ac:graphicFrameMkLst>
        </pc:graphicFrameChg>
      </pc:sldChg>
      <pc:sldChg chg="modSp mod">
        <pc:chgData name="Sarthik yadav" userId="e688740789cbf9d0" providerId="LiveId" clId="{74D1E819-DC77-4894-ADB7-B57087AC20FD}" dt="2026-04-11T06:01:36.065" v="75" actId="27636"/>
        <pc:sldMkLst>
          <pc:docMk/>
          <pc:sldMk cId="2885955790" sldId="260"/>
        </pc:sldMkLst>
        <pc:spChg chg="mod">
          <ac:chgData name="Sarthik yadav" userId="e688740789cbf9d0" providerId="LiveId" clId="{74D1E819-DC77-4894-ADB7-B57087AC20FD}" dt="2026-04-11T06:01:36.065" v="75" actId="27636"/>
          <ac:spMkLst>
            <pc:docMk/>
            <pc:sldMk cId="2885955790" sldId="260"/>
            <ac:spMk id="3" creationId="{D609A8C4-4EBE-CD01-32B2-BE69FCAB26EC}"/>
          </ac:spMkLst>
        </pc:spChg>
      </pc:sldChg>
      <pc:sldChg chg="modSp mod">
        <pc:chgData name="Sarthik yadav" userId="e688740789cbf9d0" providerId="LiveId" clId="{74D1E819-DC77-4894-ADB7-B57087AC20FD}" dt="2026-04-11T06:45:03.894" v="394" actId="5793"/>
        <pc:sldMkLst>
          <pc:docMk/>
          <pc:sldMk cId="2841163240" sldId="261"/>
        </pc:sldMkLst>
        <pc:spChg chg="mod">
          <ac:chgData name="Sarthik yadav" userId="e688740789cbf9d0" providerId="LiveId" clId="{74D1E819-DC77-4894-ADB7-B57087AC20FD}" dt="2026-04-11T06:04:45.086" v="80" actId="20577"/>
          <ac:spMkLst>
            <pc:docMk/>
            <pc:sldMk cId="2841163240" sldId="261"/>
            <ac:spMk id="3" creationId="{D609A8C4-4EBE-CD01-32B2-BE69FCAB26EC}"/>
          </ac:spMkLst>
        </pc:spChg>
        <pc:spChg chg="mod">
          <ac:chgData name="Sarthik yadav" userId="e688740789cbf9d0" providerId="LiveId" clId="{74D1E819-DC77-4894-ADB7-B57087AC20FD}" dt="2026-04-11T06:45:03.894" v="394" actId="5793"/>
          <ac:spMkLst>
            <pc:docMk/>
            <pc:sldMk cId="2841163240" sldId="261"/>
            <ac:spMk id="9" creationId="{CA856C01-01E4-EA4C-8A8B-563B3C18D893}"/>
          </ac:spMkLst>
        </pc:spChg>
      </pc:sldChg>
      <pc:sldChg chg="addSp modSp mod">
        <pc:chgData name="Sarthik yadav" userId="e688740789cbf9d0" providerId="LiveId" clId="{74D1E819-DC77-4894-ADB7-B57087AC20FD}" dt="2026-04-11T06:12:47.679" v="142" actId="113"/>
        <pc:sldMkLst>
          <pc:docMk/>
          <pc:sldMk cId="870974565" sldId="262"/>
        </pc:sldMkLst>
        <pc:spChg chg="mod">
          <ac:chgData name="Sarthik yadav" userId="e688740789cbf9d0" providerId="LiveId" clId="{74D1E819-DC77-4894-ADB7-B57087AC20FD}" dt="2026-04-11T06:12:47.679" v="142" actId="113"/>
          <ac:spMkLst>
            <pc:docMk/>
            <pc:sldMk cId="870974565" sldId="262"/>
            <ac:spMk id="3" creationId="{D609A8C4-4EBE-CD01-32B2-BE69FCAB26EC}"/>
          </ac:spMkLst>
        </pc:spChg>
        <pc:spChg chg="add mod">
          <ac:chgData name="Sarthik yadav" userId="e688740789cbf9d0" providerId="LiveId" clId="{74D1E819-DC77-4894-ADB7-B57087AC20FD}" dt="2026-04-11T06:08:27.720" v="93" actId="1076"/>
          <ac:spMkLst>
            <pc:docMk/>
            <pc:sldMk cId="870974565" sldId="262"/>
            <ac:spMk id="5" creationId="{F722FFC2-59E9-317E-2491-2BBB14A2A57C}"/>
          </ac:spMkLst>
        </pc:spChg>
        <pc:spChg chg="add">
          <ac:chgData name="Sarthik yadav" userId="e688740789cbf9d0" providerId="LiveId" clId="{74D1E819-DC77-4894-ADB7-B57087AC20FD}" dt="2026-04-11T06:09:04.353" v="96"/>
          <ac:spMkLst>
            <pc:docMk/>
            <pc:sldMk cId="870974565" sldId="262"/>
            <ac:spMk id="6" creationId="{360B34F1-3739-23FA-1568-64941E949EE2}"/>
          </ac:spMkLst>
        </pc:spChg>
        <pc:spChg chg="add">
          <ac:chgData name="Sarthik yadav" userId="e688740789cbf9d0" providerId="LiveId" clId="{74D1E819-DC77-4894-ADB7-B57087AC20FD}" dt="2026-04-11T06:09:30.651" v="116"/>
          <ac:spMkLst>
            <pc:docMk/>
            <pc:sldMk cId="870974565" sldId="262"/>
            <ac:spMk id="7" creationId="{172BDA00-5D93-5E74-FBAB-9FBD85E54D97}"/>
          </ac:spMkLst>
        </pc:spChg>
        <pc:spChg chg="add mod">
          <ac:chgData name="Sarthik yadav" userId="e688740789cbf9d0" providerId="LiveId" clId="{74D1E819-DC77-4894-ADB7-B57087AC20FD}" dt="2026-04-11T06:10:40.988" v="126" actId="1076"/>
          <ac:spMkLst>
            <pc:docMk/>
            <pc:sldMk cId="870974565" sldId="262"/>
            <ac:spMk id="8" creationId="{356E0820-4D0A-F09E-0A5F-2E3F92C04294}"/>
          </ac:spMkLst>
        </pc:spChg>
      </pc:sldChg>
      <pc:sldChg chg="addSp delSp modSp mod">
        <pc:chgData name="Sarthik yadav" userId="e688740789cbf9d0" providerId="LiveId" clId="{74D1E819-DC77-4894-ADB7-B57087AC20FD}" dt="2026-04-11T06:37:47.389" v="310"/>
        <pc:sldMkLst>
          <pc:docMk/>
          <pc:sldMk cId="3917225200" sldId="263"/>
        </pc:sldMkLst>
        <pc:spChg chg="del mod">
          <ac:chgData name="Sarthik yadav" userId="e688740789cbf9d0" providerId="LiveId" clId="{74D1E819-DC77-4894-ADB7-B57087AC20FD}" dt="2026-04-11T06:37:47.389" v="310"/>
          <ac:spMkLst>
            <pc:docMk/>
            <pc:sldMk cId="3917225200" sldId="263"/>
            <ac:spMk id="6" creationId="{A3328F36-4D76-F844-610A-A7581029A127}"/>
          </ac:spMkLst>
        </pc:spChg>
        <pc:picChg chg="del">
          <ac:chgData name="Sarthik yadav" userId="e688740789cbf9d0" providerId="LiveId" clId="{74D1E819-DC77-4894-ADB7-B57087AC20FD}" dt="2026-04-11T06:36:45.712" v="284" actId="478"/>
          <ac:picMkLst>
            <pc:docMk/>
            <pc:sldMk cId="3917225200" sldId="263"/>
            <ac:picMk id="7" creationId="{389A8BE3-82AF-0FB5-45AD-87F9F1A16066}"/>
          </ac:picMkLst>
        </pc:picChg>
        <pc:picChg chg="add mod">
          <ac:chgData name="Sarthik yadav" userId="e688740789cbf9d0" providerId="LiveId" clId="{74D1E819-DC77-4894-ADB7-B57087AC20FD}" dt="2026-04-11T06:37:45.704" v="308" actId="14100"/>
          <ac:picMkLst>
            <pc:docMk/>
            <pc:sldMk cId="3917225200" sldId="263"/>
            <ac:picMk id="9" creationId="{E5D3BFAF-C3E6-E5AD-EC79-FC9DFB3AFCA3}"/>
          </ac:picMkLst>
        </pc:picChg>
      </pc:sldChg>
      <pc:sldChg chg="addSp delSp modSp mod">
        <pc:chgData name="Sarthik yadav" userId="e688740789cbf9d0" providerId="LiveId" clId="{74D1E819-DC77-4894-ADB7-B57087AC20FD}" dt="2026-04-11T06:52:58.731" v="446" actId="1076"/>
        <pc:sldMkLst>
          <pc:docMk/>
          <pc:sldMk cId="3488500151" sldId="264"/>
        </pc:sldMkLst>
        <pc:spChg chg="add mod">
          <ac:chgData name="Sarthik yadav" userId="e688740789cbf9d0" providerId="LiveId" clId="{74D1E819-DC77-4894-ADB7-B57087AC20FD}" dt="2026-04-11T06:15:41.651" v="146" actId="1076"/>
          <ac:spMkLst>
            <pc:docMk/>
            <pc:sldMk cId="3488500151" sldId="264"/>
            <ac:spMk id="3" creationId="{76583E73-10CD-C728-1038-3B87A45185AA}"/>
          </ac:spMkLst>
        </pc:spChg>
        <pc:spChg chg="add del">
          <ac:chgData name="Sarthik yadav" userId="e688740789cbf9d0" providerId="LiveId" clId="{74D1E819-DC77-4894-ADB7-B57087AC20FD}" dt="2026-04-11T06:15:51.635" v="150" actId="478"/>
          <ac:spMkLst>
            <pc:docMk/>
            <pc:sldMk cId="3488500151" sldId="264"/>
            <ac:spMk id="5" creationId="{67C0CD7B-9AFC-75B9-285E-BE6705E18737}"/>
          </ac:spMkLst>
        </pc:spChg>
        <pc:spChg chg="add del mod">
          <ac:chgData name="Sarthik yadav" userId="e688740789cbf9d0" providerId="LiveId" clId="{74D1E819-DC77-4894-ADB7-B57087AC20FD}" dt="2026-04-11T06:50:02.672" v="420" actId="20577"/>
          <ac:spMkLst>
            <pc:docMk/>
            <pc:sldMk cId="3488500151" sldId="264"/>
            <ac:spMk id="6" creationId="{B1DDBE2F-C07B-1EDE-5D3A-B45B12CAD762}"/>
          </ac:spMkLst>
        </pc:spChg>
        <pc:spChg chg="add">
          <ac:chgData name="Sarthik yadav" userId="e688740789cbf9d0" providerId="LiveId" clId="{74D1E819-DC77-4894-ADB7-B57087AC20FD}" dt="2026-04-11T06:49:09.662" v="409"/>
          <ac:spMkLst>
            <pc:docMk/>
            <pc:sldMk cId="3488500151" sldId="264"/>
            <ac:spMk id="7" creationId="{678EBBBB-5B7A-E3B7-6306-29A37BF14EA9}"/>
          </ac:spMkLst>
        </pc:spChg>
        <pc:spChg chg="add del mod">
          <ac:chgData name="Sarthik yadav" userId="e688740789cbf9d0" providerId="LiveId" clId="{74D1E819-DC77-4894-ADB7-B57087AC20FD}" dt="2026-04-11T06:52:58.731" v="446" actId="1076"/>
          <ac:spMkLst>
            <pc:docMk/>
            <pc:sldMk cId="3488500151" sldId="264"/>
            <ac:spMk id="8" creationId="{AED356E0-9512-4FB7-75E8-A2F41D6CD4F3}"/>
          </ac:spMkLst>
        </pc:spChg>
        <pc:spChg chg="add">
          <ac:chgData name="Sarthik yadav" userId="e688740789cbf9d0" providerId="LiveId" clId="{74D1E819-DC77-4894-ADB7-B57087AC20FD}" dt="2026-04-11T06:49:16.805" v="410"/>
          <ac:spMkLst>
            <pc:docMk/>
            <pc:sldMk cId="3488500151" sldId="264"/>
            <ac:spMk id="9" creationId="{ED2D48F6-B97D-CE60-5247-CD54A514AA1F}"/>
          </ac:spMkLst>
        </pc:spChg>
        <pc:spChg chg="add">
          <ac:chgData name="Sarthik yadav" userId="e688740789cbf9d0" providerId="LiveId" clId="{74D1E819-DC77-4894-ADB7-B57087AC20FD}" dt="2026-04-11T06:51:06.954" v="432"/>
          <ac:spMkLst>
            <pc:docMk/>
            <pc:sldMk cId="3488500151" sldId="264"/>
            <ac:spMk id="10" creationId="{85584E8B-4D85-7CD1-011A-701F0DFB2AB5}"/>
          </ac:spMkLst>
        </pc:spChg>
        <pc:spChg chg="add">
          <ac:chgData name="Sarthik yadav" userId="e688740789cbf9d0" providerId="LiveId" clId="{74D1E819-DC77-4894-ADB7-B57087AC20FD}" dt="2026-04-11T06:51:22.158" v="433"/>
          <ac:spMkLst>
            <pc:docMk/>
            <pc:sldMk cId="3488500151" sldId="264"/>
            <ac:spMk id="11" creationId="{7DC6F457-AD66-527A-E23D-EFFD54EA3105}"/>
          </ac:spMkLst>
        </pc:spChg>
        <pc:spChg chg="add">
          <ac:chgData name="Sarthik yadav" userId="e688740789cbf9d0" providerId="LiveId" clId="{74D1E819-DC77-4894-ADB7-B57087AC20FD}" dt="2026-04-11T06:51:33.948" v="435"/>
          <ac:spMkLst>
            <pc:docMk/>
            <pc:sldMk cId="3488500151" sldId="264"/>
            <ac:spMk id="12" creationId="{94C86798-CDB1-9AF9-6E32-170618B2ED43}"/>
          </ac:spMkLst>
        </pc:spChg>
        <pc:spChg chg="add del mod">
          <ac:chgData name="Sarthik yadav" userId="e688740789cbf9d0" providerId="LiveId" clId="{74D1E819-DC77-4894-ADB7-B57087AC20FD}" dt="2026-04-11T06:52:24.973" v="443" actId="1076"/>
          <ac:spMkLst>
            <pc:docMk/>
            <pc:sldMk cId="3488500151" sldId="264"/>
            <ac:spMk id="13" creationId="{9F791CDF-45BF-541B-9F0F-4E0F50CD655C}"/>
          </ac:spMkLst>
        </pc:spChg>
        <pc:spChg chg="add mod">
          <ac:chgData name="Sarthik yadav" userId="e688740789cbf9d0" providerId="LiveId" clId="{74D1E819-DC77-4894-ADB7-B57087AC20FD}" dt="2026-04-11T06:52:58.731" v="446" actId="1076"/>
          <ac:spMkLst>
            <pc:docMk/>
            <pc:sldMk cId="3488500151" sldId="264"/>
            <ac:spMk id="14" creationId="{73D715FC-7133-668C-7935-8FC31752FEC3}"/>
          </ac:spMkLst>
        </pc:spChg>
      </pc:sldChg>
      <pc:sldChg chg="addSp delSp modSp mod">
        <pc:chgData name="Sarthik yadav" userId="e688740789cbf9d0" providerId="LiveId" clId="{74D1E819-DC77-4894-ADB7-B57087AC20FD}" dt="2026-04-11T06:21:01.016" v="209" actId="5793"/>
        <pc:sldMkLst>
          <pc:docMk/>
          <pc:sldMk cId="2061340663" sldId="265"/>
        </pc:sldMkLst>
        <pc:spChg chg="mod">
          <ac:chgData name="Sarthik yadav" userId="e688740789cbf9d0" providerId="LiveId" clId="{74D1E819-DC77-4894-ADB7-B57087AC20FD}" dt="2026-04-11T06:18:35.015" v="176" actId="1076"/>
          <ac:spMkLst>
            <pc:docMk/>
            <pc:sldMk cId="2061340663" sldId="265"/>
            <ac:spMk id="2" creationId="{EFE1DBF2-8E9B-B5CB-CD3B-77256299D7E2}"/>
          </ac:spMkLst>
        </pc:spChg>
        <pc:spChg chg="mod">
          <ac:chgData name="Sarthik yadav" userId="e688740789cbf9d0" providerId="LiveId" clId="{74D1E819-DC77-4894-ADB7-B57087AC20FD}" dt="2026-04-11T06:17:18.839" v="162" actId="20577"/>
          <ac:spMkLst>
            <pc:docMk/>
            <pc:sldMk cId="2061340663" sldId="265"/>
            <ac:spMk id="3" creationId="{D609A8C4-4EBE-CD01-32B2-BE69FCAB26EC}"/>
          </ac:spMkLst>
        </pc:spChg>
        <pc:spChg chg="add mod">
          <ac:chgData name="Sarthik yadav" userId="e688740789cbf9d0" providerId="LiveId" clId="{74D1E819-DC77-4894-ADB7-B57087AC20FD}" dt="2026-04-11T06:18:33.250" v="175"/>
          <ac:spMkLst>
            <pc:docMk/>
            <pc:sldMk cId="2061340663" sldId="265"/>
            <ac:spMk id="5" creationId="{8DC36E07-C57A-69E2-41B8-B73454CCD949}"/>
          </ac:spMkLst>
        </pc:spChg>
        <pc:spChg chg="add del mod">
          <ac:chgData name="Sarthik yadav" userId="e688740789cbf9d0" providerId="LiveId" clId="{74D1E819-DC77-4894-ADB7-B57087AC20FD}" dt="2026-04-11T06:21:01.016" v="209" actId="5793"/>
          <ac:spMkLst>
            <pc:docMk/>
            <pc:sldMk cId="2061340663" sldId="265"/>
            <ac:spMk id="6" creationId="{E781EDA0-B408-91DF-0E9D-069629865D40}"/>
          </ac:spMkLst>
        </pc:spChg>
      </pc:sldChg>
      <pc:sldChg chg="modSp mod">
        <pc:chgData name="Sarthik yadav" userId="e688740789cbf9d0" providerId="LiveId" clId="{74D1E819-DC77-4894-ADB7-B57087AC20FD}" dt="2026-04-11T06:44:15.736" v="390" actId="1076"/>
        <pc:sldMkLst>
          <pc:docMk/>
          <pc:sldMk cId="334970303" sldId="266"/>
        </pc:sldMkLst>
        <pc:spChg chg="mod">
          <ac:chgData name="Sarthik yadav" userId="e688740789cbf9d0" providerId="LiveId" clId="{74D1E819-DC77-4894-ADB7-B57087AC20FD}" dt="2026-04-11T06:44:15.736" v="390" actId="1076"/>
          <ac:spMkLst>
            <pc:docMk/>
            <pc:sldMk cId="334970303" sldId="266"/>
            <ac:spMk id="6" creationId="{64A392D3-118A-46E9-AC01-3C08E2E7428F}"/>
          </ac:spMkLst>
        </pc:spChg>
      </pc:sldChg>
      <pc:sldChg chg="modSp mod">
        <pc:chgData name="Sarthik yadav" userId="e688740789cbf9d0" providerId="LiveId" clId="{74D1E819-DC77-4894-ADB7-B57087AC20FD}" dt="2026-04-11T06:40:58.655" v="385" actId="20577"/>
        <pc:sldMkLst>
          <pc:docMk/>
          <pc:sldMk cId="210836075" sldId="268"/>
        </pc:sldMkLst>
        <pc:spChg chg="mod">
          <ac:chgData name="Sarthik yadav" userId="e688740789cbf9d0" providerId="LiveId" clId="{74D1E819-DC77-4894-ADB7-B57087AC20FD}" dt="2026-04-11T06:40:58.655" v="385" actId="20577"/>
          <ac:spMkLst>
            <pc:docMk/>
            <pc:sldMk cId="210836075" sldId="268"/>
            <ac:spMk id="3" creationId="{D609A8C4-4EBE-CD01-32B2-BE69FCAB26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541853"/>
            <a:ext cx="8915399" cy="2964212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 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/>
              <a:t>Gamified Learning Platform for Rural Education with AI Visual Conversion</a:t>
            </a:r>
            <a:r>
              <a:rPr lang="en-US" dirty="0"/>
              <a:t> </a:t>
            </a:r>
            <a:br>
              <a:rPr lang="en-IN" dirty="0"/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1216" y="3810404"/>
            <a:ext cx="7929566" cy="2511551"/>
          </a:xfrm>
        </p:spPr>
        <p:txBody>
          <a:bodyPr>
            <a:normAutofit fontScale="77500" lnSpcReduction="20000"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/>
              <a:t> </a:t>
            </a:r>
            <a:r>
              <a:rPr lang="en-IN" b="1" dirty="0"/>
              <a:t>Internal Guide:</a:t>
            </a:r>
            <a:r>
              <a:rPr lang="en-IN" dirty="0"/>
              <a:t>                                                                           Prashant Jagtap(0827IT231101) </a:t>
            </a:r>
          </a:p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dirty="0"/>
              <a:t>Deepak Singh Chouhan                                                    Sarthik Yadav (0827IT231120) </a:t>
            </a:r>
          </a:p>
          <a:p>
            <a:r>
              <a:rPr lang="en-IN" dirty="0"/>
              <a:t>                                                                                                        Shreyansh Sharma (0827IT231130) </a:t>
            </a:r>
          </a:p>
          <a:p>
            <a:r>
              <a:rPr lang="en-IN" b="1" dirty="0"/>
              <a:t>External Guide:</a:t>
            </a:r>
            <a:r>
              <a:rPr lang="en-IN" dirty="0"/>
              <a:t>                                                                           Somil Jain (0827IT231135) </a:t>
            </a:r>
            <a:br>
              <a:rPr lang="en-IN" dirty="0"/>
            </a:br>
            <a:r>
              <a:rPr lang="en-IN" dirty="0"/>
              <a:t>Mr. Naman Jagtap </a:t>
            </a:r>
            <a:br>
              <a:rPr lang="en-IN" dirty="0"/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9"/>
            <a:ext cx="8915400" cy="5185216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Literature Review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Problem Statement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Proposed 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Theoretical Analysis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6.1</a:t>
            </a:r>
            <a:r>
              <a:rPr lang="en-IN" dirty="0"/>
              <a:t> Block Diagram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6.2</a:t>
            </a:r>
            <a:r>
              <a:rPr lang="en-IN" dirty="0"/>
              <a:t> Hardware Requirements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6.3</a:t>
            </a:r>
            <a:r>
              <a:rPr lang="en-IN" dirty="0"/>
              <a:t> Software Requirements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Applications </a:t>
            </a:r>
          </a:p>
          <a:p>
            <a:pPr marL="0" indent="0">
              <a:buNone/>
            </a:pPr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4922" y="230504"/>
            <a:ext cx="8911687" cy="128089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4921" y="936040"/>
            <a:ext cx="8911688" cy="430475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1.1 Overview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1.2 Purpose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3</a:t>
            </a:fld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B2B096-1572-EC46-EE4E-65B588F88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423" y="4394956"/>
            <a:ext cx="864326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Simplify complex educational content to improve understanding and retention.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student motivation through interactive and game-based learning techniques.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Bridge the gap in quality education access by providing engaging and visual learning tools.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03712F8-34A3-73D2-7F18-69951374F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423" y="973231"/>
            <a:ext cx="84486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AI-powered platform that converts text-based study material into visual formats     like diagrams, mind maps, and infographics.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Integrates gamification elements (quizzes, rewards, progress tracking) to make   learning interactive and engaging.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Designed specifically to improve learning experiences for students in rural areas with limited resources. </a:t>
            </a:r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486EC0-E04D-95E7-B43B-C60E6CC60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93052"/>
              </p:ext>
            </p:extLst>
          </p:nvPr>
        </p:nvGraphicFramePr>
        <p:xfrm>
          <a:off x="1083365" y="1252330"/>
          <a:ext cx="1053087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336">
                  <a:extLst>
                    <a:ext uri="{9D8B030D-6E8A-4147-A177-3AD203B41FA5}">
                      <a16:colId xmlns:a16="http://schemas.microsoft.com/office/drawing/2014/main" val="3061002685"/>
                    </a:ext>
                  </a:extLst>
                </a:gridCol>
                <a:gridCol w="4454229">
                  <a:extLst>
                    <a:ext uri="{9D8B030D-6E8A-4147-A177-3AD203B41FA5}">
                      <a16:colId xmlns:a16="http://schemas.microsoft.com/office/drawing/2014/main" val="3184326738"/>
                    </a:ext>
                  </a:extLst>
                </a:gridCol>
                <a:gridCol w="2605812">
                  <a:extLst>
                    <a:ext uri="{9D8B030D-6E8A-4147-A177-3AD203B41FA5}">
                      <a16:colId xmlns:a16="http://schemas.microsoft.com/office/drawing/2014/main" val="3980447352"/>
                    </a:ext>
                  </a:extLst>
                </a:gridCol>
                <a:gridCol w="2459502">
                  <a:extLst>
                    <a:ext uri="{9D8B030D-6E8A-4147-A177-3AD203B41FA5}">
                      <a16:colId xmlns:a16="http://schemas.microsoft.com/office/drawing/2014/main" val="1379175759"/>
                    </a:ext>
                  </a:extLst>
                </a:gridCol>
              </a:tblGrid>
              <a:tr h="35714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05766"/>
                  </a:ext>
                </a:extLst>
              </a:tr>
              <a:tr h="80357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Gee, J. P. (2003). </a:t>
                      </a:r>
                      <a:r>
                        <a:rPr lang="en-US" sz="1600" b="1" i="1" dirty="0"/>
                        <a:t>What Video Games Have to Teach Us About Learning and Literacy.</a:t>
                      </a:r>
                      <a:r>
                        <a:rPr lang="en-US" sz="1600" b="1" dirty="0"/>
                        <a:t> Palgrave Macmillan.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Explains how games enhance active learning and student engagement.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Mainly conceptual with no technical system design.</a:t>
                      </a:r>
                      <a:endParaRPr lang="en-US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208946"/>
                  </a:ext>
                </a:extLst>
              </a:tr>
              <a:tr h="71429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dirty="0"/>
                        <a:t>Mayer, R. E. (2009). </a:t>
                      </a:r>
                      <a:r>
                        <a:rPr lang="en-US" sz="1600" b="1" i="1" dirty="0"/>
                        <a:t>Multimedia Learning (2nd Edition).</a:t>
                      </a:r>
                      <a:r>
                        <a:rPr lang="en-US" sz="1600" b="1" dirty="0"/>
                        <a:t> Cambridge University Press.</a:t>
                      </a:r>
                      <a:endParaRPr lang="en-US" sz="1600" b="1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Shows that combining text and visuals improves understanding and retention.</a:t>
                      </a:r>
                      <a:endParaRPr lang="en-US" sz="1400" b="0" i="0" dirty="0">
                        <a:solidFill>
                          <a:srgbClr val="000000"/>
                        </a:solidFill>
                        <a:effectLst/>
                        <a:latin typeface="TimesNewRomanPSM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Lacks integration with modern AI-based learning systems.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TimesNewRomanPSM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66531"/>
                  </a:ext>
                </a:extLst>
              </a:tr>
              <a:tr h="1517871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Deterding, S., Dixon, D., Khaled, R., &amp; Nacke, L. (2011). </a:t>
                      </a:r>
                      <a:r>
                        <a:rPr lang="en-US" sz="1600" b="1" i="1" dirty="0"/>
                        <a:t>From Game Design Elements to </a:t>
                      </a:r>
                      <a:r>
                        <a:rPr lang="en-US" sz="1600" b="1" i="1" dirty="0" err="1"/>
                        <a:t>Gamefulness:DefiningGamification.</a:t>
                      </a:r>
                      <a:r>
                        <a:rPr lang="en-US" sz="1600" b="1" dirty="0" err="1"/>
                        <a:t>Proceedi-ngs</a:t>
                      </a:r>
                      <a:r>
                        <a:rPr lang="en-US" sz="1600" b="1" dirty="0"/>
                        <a:t> of the 15th International Academic </a:t>
                      </a:r>
                      <a:r>
                        <a:rPr lang="en-US" sz="1600" b="1" dirty="0" err="1"/>
                        <a:t>MindTrek</a:t>
                      </a:r>
                      <a:r>
                        <a:rPr lang="en-US" sz="1600" b="1" dirty="0"/>
                        <a:t> Conference.</a:t>
                      </a:r>
                    </a:p>
                    <a:p>
                      <a:pPr algn="just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Defines gamification using game elements like points and badges to increase engagement.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Mostly theoretical with limited real-world educational implementation.</a:t>
                      </a:r>
                      <a:endParaRPr lang="en-US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823241"/>
                  </a:ext>
                </a:extLst>
              </a:tr>
              <a:tr h="1041676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dirty="0"/>
                        <a:t>Devlin, J., Chang, M. W., Lee, K., &amp; Toutanova, K. (2019). </a:t>
                      </a:r>
                      <a:r>
                        <a:rPr lang="en-IN" sz="1600" b="1" i="1" dirty="0"/>
                        <a:t>BERT: Pre-training of Deep Bidirectional Transformers for Language Understanding.</a:t>
                      </a:r>
                      <a:r>
                        <a:rPr lang="en-IN" sz="1600" b="1" dirty="0"/>
                        <a:t> NAACL Conference.</a:t>
                      </a:r>
                      <a:endParaRPr lang="en-IN" sz="1600" b="1" i="0" dirty="0">
                        <a:solidFill>
                          <a:srgbClr val="000000"/>
                        </a:solidFill>
                        <a:effectLst/>
                        <a:latin typeface="TimesNewRomanPSM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Powerful model for understanding and processing natural language effectively.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dirty="0"/>
                        <a:t>Requires high computational resources for use.</a:t>
                      </a:r>
                      <a:endParaRPr lang="en-US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914608"/>
                  </a:ext>
                </a:extLst>
              </a:tr>
              <a:tr h="922627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Wolf, T., et al. (2020). </a:t>
                      </a:r>
                      <a:r>
                        <a:rPr lang="en-US" sz="1600" b="1" i="1" dirty="0"/>
                        <a:t>Transformers: State-of-the-Art Natural Language Processing.</a:t>
                      </a:r>
                      <a:r>
                        <a:rPr lang="en-US" sz="1600" b="1" dirty="0"/>
                        <a:t> EMNLP Conference.</a:t>
                      </a:r>
                      <a:endParaRPr lang="en-IN" sz="1600" b="1" dirty="0">
                        <a:solidFill>
                          <a:srgbClr val="000000"/>
                        </a:solidFill>
                        <a:latin typeface="TimesNewRomanPSM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Provides foundation for advanced NLP tasks like summarization and text generation.</a:t>
                      </a:r>
                      <a:endParaRPr lang="en-US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Resource-intensive and not suitable for low-end systems.</a:t>
                      </a:r>
                    </a:p>
                    <a:p>
                      <a:pPr>
                        <a:buNone/>
                      </a:pPr>
                      <a:endParaRPr lang="en-US" sz="1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38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3.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59" y="1247361"/>
            <a:ext cx="8915400" cy="43632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Problem 1: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/>
              <a:t>Lack of Engaging and Understandable Learning Content:</a:t>
            </a:r>
            <a:br>
              <a:rPr lang="en-US" dirty="0"/>
            </a:br>
            <a:r>
              <a:rPr lang="en-US" dirty="0"/>
              <a:t>Students in rural areas struggle to understand and retain information from traditional text-heavy study materials due to the absence of visual aids and simplified learning formats.</a:t>
            </a:r>
            <a:endParaRPr lang="en-US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tx1"/>
                </a:solidFill>
              </a:rPr>
              <a:t>Problem 2: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/>
              <a:t>Low Motivation and Limited Interactive Learning Opportunities:</a:t>
            </a:r>
            <a:br>
              <a:rPr lang="en-US" dirty="0"/>
            </a:br>
            <a:r>
              <a:rPr lang="en-US" dirty="0"/>
              <a:t>The absence of gamified elements such as quizzes, rewards, and progress tracking leads to reduced student engagement and interest in learning, negatively impacting academic performance. </a:t>
            </a:r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>
                <a:solidFill>
                  <a:schemeClr val="tx1"/>
                </a:solidFill>
              </a:rPr>
              <a:pPr/>
              <a:t>5</a:t>
            </a:fld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Proposed Solution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2998" y="1349237"/>
            <a:ext cx="8911687" cy="152968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/>
              <a:t>Rural students struggle with complex text-based learning, low engagement, and limited access to interactive tools. An AI-powered platform can simplify content into visuals, add quizzes and gamification, and support multilingual and offline learning.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56C01-01E4-EA4C-8A8B-563B3C18D893}"/>
              </a:ext>
            </a:extLst>
          </p:cNvPr>
          <p:cNvSpPr txBox="1"/>
          <p:nvPr/>
        </p:nvSpPr>
        <p:spPr>
          <a:xfrm>
            <a:off x="2753924" y="2865270"/>
            <a:ext cx="71884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Convert complex text into visual formats</a:t>
            </a:r>
            <a:r>
              <a:rPr lang="en-IN" sz="2000" dirty="0"/>
              <a:t> for better understanding.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</a:t>
            </a:r>
            <a:r>
              <a:rPr lang="en-IN" sz="2000" b="1" dirty="0"/>
              <a:t>quizzes and interactive content </a:t>
            </a:r>
            <a:r>
              <a:rPr lang="en-IN" sz="2000" dirty="0"/>
              <a:t>automatically.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 gamification (points, badges, leaderboards) to </a:t>
            </a:r>
            <a:r>
              <a:rPr lang="en-IN" sz="2000" b="1" dirty="0"/>
              <a:t>boost motivation</a:t>
            </a:r>
            <a:r>
              <a:rPr lang="en-IN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Enable </a:t>
            </a:r>
            <a:r>
              <a:rPr lang="en-IN" sz="2000" b="1" dirty="0"/>
              <a:t>multilingual,</a:t>
            </a:r>
            <a:r>
              <a:rPr lang="en-IN" sz="2000" dirty="0"/>
              <a:t> voice-based, and offline learning access.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277" y="1247361"/>
            <a:ext cx="6313283" cy="43632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chemeClr val="tx1"/>
              </a:solidFill>
            </a:endParaRPr>
          </a:p>
          <a:p>
            <a:r>
              <a:rPr lang="en-US" dirty="0"/>
              <a:t>Develop an AI system to convert </a:t>
            </a:r>
            <a:r>
              <a:rPr lang="en-US" b="1" dirty="0"/>
              <a:t>text into visual learning formats.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  <a:p>
            <a:r>
              <a:rPr lang="en-US" b="1" dirty="0"/>
              <a:t>Integrate gamification</a:t>
            </a:r>
            <a:r>
              <a:rPr lang="en-US" dirty="0"/>
              <a:t> features to boost student engagement.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/>
              <a:t>Provide </a:t>
            </a:r>
            <a:r>
              <a:rPr lang="en-US" b="1" dirty="0"/>
              <a:t>multilingual and voice-based learning support.</a:t>
            </a:r>
          </a:p>
          <a:p>
            <a:r>
              <a:rPr lang="en-US" dirty="0"/>
              <a:t>Ensure accessibility with </a:t>
            </a:r>
            <a:r>
              <a:rPr lang="en-US" b="1" dirty="0"/>
              <a:t>offline/low-connectivity functionality.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28653-804F-BB8D-D557-27AC55466319}"/>
              </a:ext>
            </a:extLst>
          </p:cNvPr>
          <p:cNvSpPr txBox="1"/>
          <p:nvPr/>
        </p:nvSpPr>
        <p:spPr>
          <a:xfrm>
            <a:off x="2266484" y="1429651"/>
            <a:ext cx="7994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6.1</a:t>
            </a:r>
            <a:r>
              <a:rPr lang="en-IN" dirty="0"/>
              <a:t> Block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5C2D52-E35B-2F5B-0FAB-8EAB1AC511DE}"/>
              </a:ext>
            </a:extLst>
          </p:cNvPr>
          <p:cNvSpPr/>
          <p:nvPr/>
        </p:nvSpPr>
        <p:spPr>
          <a:xfrm>
            <a:off x="3364523" y="3927231"/>
            <a:ext cx="1301262" cy="257907"/>
          </a:xfrm>
          <a:prstGeom prst="rect">
            <a:avLst/>
          </a:prstGeom>
          <a:solidFill>
            <a:srgbClr val="F7F9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D3BFAF-C3E6-E5AD-EC79-FC9DFB3AF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86" y="1798983"/>
            <a:ext cx="7702827" cy="47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Theoretical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DBE2F-C07B-1EDE-5D3A-B45B12CAD762}"/>
              </a:ext>
            </a:extLst>
          </p:cNvPr>
          <p:cNvSpPr txBox="1"/>
          <p:nvPr/>
        </p:nvSpPr>
        <p:spPr>
          <a:xfrm>
            <a:off x="2933291" y="1083043"/>
            <a:ext cx="702678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800" b="1" i="0" dirty="0">
              <a:solidFill>
                <a:srgbClr val="000000"/>
              </a:solidFill>
              <a:effectLst/>
              <a:latin typeface="TimesNewRomanPS-BoldMT"/>
            </a:endParaRPr>
          </a:p>
          <a:p>
            <a:pPr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NewRomanPS-BoldMT"/>
              </a:rPr>
              <a:t>6.2  Hardware 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Processor:</a:t>
            </a:r>
            <a:r>
              <a:rPr lang="en-IN" dirty="0"/>
              <a:t> Intel Core i5 or AMD </a:t>
            </a:r>
            <a:r>
              <a:rPr lang="en-IN" dirty="0" err="1"/>
              <a:t>Ryzen</a:t>
            </a:r>
            <a:r>
              <a:rPr lang="en-IN" dirty="0"/>
              <a:t> 5 (or higher) for smooth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RAM:</a:t>
            </a:r>
            <a:r>
              <a:rPr lang="en-IN" dirty="0"/>
              <a:t> Minimum 8 GB for handling AI and visualization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Storage:</a:t>
            </a:r>
            <a:r>
              <a:rPr lang="en-IN" dirty="0"/>
              <a:t> At least 256 GB SSD for fast data access and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Internet Device:</a:t>
            </a:r>
            <a:r>
              <a:rPr lang="en-IN" dirty="0"/>
              <a:t> Smartphone or laptop with webcam/camera support for input and interaction. </a:t>
            </a:r>
          </a:p>
          <a:p>
            <a:br>
              <a:rPr lang="en-IN" dirty="0"/>
            </a:br>
            <a:endParaRPr lang="en-IN" sz="1800" b="1" i="0" dirty="0">
              <a:solidFill>
                <a:srgbClr val="000000"/>
              </a:solidFill>
              <a:effectLst/>
              <a:latin typeface="TimesNewRomanPS-BoldM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D356E0-9512-4FB7-75E8-A2F41D6CD4F3}"/>
              </a:ext>
            </a:extLst>
          </p:cNvPr>
          <p:cNvSpPr txBox="1"/>
          <p:nvPr/>
        </p:nvSpPr>
        <p:spPr>
          <a:xfrm>
            <a:off x="2933291" y="3429000"/>
            <a:ext cx="7989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NewRomanPS-BoldMT"/>
              </a:rPr>
              <a:t>6.3 Software Requirements: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US" b="1" dirty="0"/>
              <a:t>Programming Language:</a:t>
            </a:r>
            <a:r>
              <a:rPr lang="en-US" dirty="0"/>
              <a:t> Python 3.8+ for AI and backend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AI/NLP Libraries:</a:t>
            </a:r>
            <a:r>
              <a:rPr lang="en-US" dirty="0"/>
              <a:t> Hugging Face Transformers, NLTK, </a:t>
            </a:r>
            <a:r>
              <a:rPr lang="en-US" dirty="0" err="1"/>
              <a:t>spaCy</a:t>
            </a:r>
            <a:r>
              <a:rPr lang="en-US" dirty="0"/>
              <a:t> for text analysis and quiz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Frameworks:</a:t>
            </a:r>
            <a:r>
              <a:rPr lang="en-IN" dirty="0"/>
              <a:t> Flask / Django (backend), </a:t>
            </a:r>
            <a:r>
              <a:rPr lang="en-IN" dirty="0" err="1"/>
              <a:t>Streamlit</a:t>
            </a:r>
            <a:r>
              <a:rPr lang="en-IN" dirty="0"/>
              <a:t> (UI for prototype).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Visualization Tools:</a:t>
            </a:r>
            <a:r>
              <a:rPr lang="en-US" dirty="0"/>
              <a:t> Mermaid.js, D3.js for diagrams and mind maps.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sz="1800" b="1" i="0" dirty="0">
              <a:solidFill>
                <a:srgbClr val="000000"/>
              </a:solidFill>
              <a:effectLst/>
              <a:latin typeface="TimesNewRomanPS-BoldMT"/>
            </a:endParaRPr>
          </a:p>
        </p:txBody>
      </p:sp>
    </p:spTree>
    <p:extLst>
      <p:ext uri="{BB962C8B-B14F-4D97-AF65-F5344CB8AC3E}">
        <p14:creationId xmlns:p14="http://schemas.microsoft.com/office/powerpoint/2010/main" val="348850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716" y="1587611"/>
            <a:ext cx="8288435" cy="4363278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781EDA0-B408-91DF-0E9D-069629865D4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798961" y="1703572"/>
            <a:ext cx="761794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Rural schools and educational institutions.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Self-learning platforms for students.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Government digital education initiatives.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Skill development and training programs.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Educational NGOs working in rural areas.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E-learning and online education platforms.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/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Adult education and literacy programs.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https://github.com/.................................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392D3-118A-46E9-AC01-3C08E2E7428F}"/>
              </a:ext>
            </a:extLst>
          </p:cNvPr>
          <p:cNvSpPr txBox="1"/>
          <p:nvPr/>
        </p:nvSpPr>
        <p:spPr>
          <a:xfrm>
            <a:off x="2519637" y="1624967"/>
            <a:ext cx="778256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Deterding, S., Dixon, D., Khaled, R., &amp; Nacke, L. (2011). </a:t>
            </a:r>
            <a:r>
              <a:rPr lang="en-US" i="1" dirty="0"/>
              <a:t>From Game Design Elements to </a:t>
            </a:r>
            <a:r>
              <a:rPr lang="en-US" i="1" dirty="0" err="1"/>
              <a:t>Gamefulness</a:t>
            </a:r>
            <a:r>
              <a:rPr lang="en-US" i="1" dirty="0"/>
              <a:t>: Defining Gamification.</a:t>
            </a:r>
            <a:r>
              <a:rPr lang="en-US" dirty="0"/>
              <a:t> Proceedings of the 15th International Academic </a:t>
            </a:r>
            <a:r>
              <a:rPr lang="en-US" dirty="0" err="1"/>
              <a:t>MindTrek</a:t>
            </a:r>
            <a:r>
              <a:rPr lang="en-US" dirty="0"/>
              <a:t> Conference.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Mayer, R. E. (2009). </a:t>
            </a:r>
            <a:r>
              <a:rPr lang="en-US" i="1" dirty="0"/>
              <a:t>Multimedia Learning (2nd Edition).</a:t>
            </a:r>
            <a:r>
              <a:rPr lang="en-US" dirty="0"/>
              <a:t> Cambridge University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Devlin, J., Chang, M. W., Lee, K., &amp; Toutanova, K. (2019). </a:t>
            </a:r>
            <a:r>
              <a:rPr lang="en-IN" i="1" dirty="0"/>
              <a:t>BERT: Pre-training of Deep Bidirectional Transformers for Language Understanding.</a:t>
            </a:r>
            <a:r>
              <a:rPr lang="en-IN" dirty="0"/>
              <a:t> NAACL Conference.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Gee, J. P. (2003). </a:t>
            </a:r>
            <a:r>
              <a:rPr lang="en-US" i="1" dirty="0"/>
              <a:t>What Video Games Have to Teach Us About Learning and Literacy.</a:t>
            </a:r>
            <a:r>
              <a:rPr lang="en-US" dirty="0"/>
              <a:t> Palgrave Macmillan.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Wolf, T., et al. (2020). </a:t>
            </a:r>
            <a:r>
              <a:rPr lang="en-US" i="1" dirty="0"/>
              <a:t>Transformers: State-of-the-Art Natural Language Processing.</a:t>
            </a:r>
            <a:r>
              <a:rPr lang="en-US" dirty="0"/>
              <a:t> EMNLP Conference.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870" y="2806401"/>
            <a:ext cx="8915400" cy="2866159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075BCF-150E-73E5-8816-DE78BFA76264}"/>
              </a:ext>
            </a:extLst>
          </p:cNvPr>
          <p:cNvSpPr/>
          <p:nvPr/>
        </p:nvSpPr>
        <p:spPr>
          <a:xfrm>
            <a:off x="1153750" y="2344736"/>
            <a:ext cx="98845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2">
                    <a:lumMod val="50000"/>
                  </a:schemeClr>
                </a:solidFill>
                <a:effectLst/>
              </a:rPr>
              <a:t>~Thank You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B19417-A7FC-FBE3-2B6D-223E48F7981D}"/>
              </a:ext>
            </a:extLst>
          </p:cNvPr>
          <p:cNvSpPr/>
          <p:nvPr/>
        </p:nvSpPr>
        <p:spPr>
          <a:xfrm>
            <a:off x="4723384" y="3131485"/>
            <a:ext cx="274523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Any </a:t>
            </a:r>
            <a:r>
              <a:rPr lang="en-IN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Q</a:t>
            </a:r>
            <a:r>
              <a:rPr lang="en-I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ueries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621</TotalTime>
  <Words>1048</Words>
  <Application>Microsoft Office PowerPoint</Application>
  <PresentationFormat>Widescreen</PresentationFormat>
  <Paragraphs>147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Century Gothic</vt:lpstr>
      <vt:lpstr>Palatino Linotype</vt:lpstr>
      <vt:lpstr>Times New Roman</vt:lpstr>
      <vt:lpstr>TimesNewRomanPS-BoldMT</vt:lpstr>
      <vt:lpstr>TimesNewRomanPSMT</vt:lpstr>
      <vt:lpstr>Wingdings 3</vt:lpstr>
      <vt:lpstr>Wisp</vt:lpstr>
      <vt:lpstr>          Synopsis Presentation on  Gamified Learning Platform for Rural Education with AI Visual Conversion   </vt:lpstr>
      <vt:lpstr>Contents</vt:lpstr>
      <vt:lpstr>1. Introduction</vt:lpstr>
      <vt:lpstr>2. Literature Review</vt:lpstr>
      <vt:lpstr>3. Problem Statement</vt:lpstr>
      <vt:lpstr>4. Proposed Solution </vt:lpstr>
      <vt:lpstr>5. Objectives</vt:lpstr>
      <vt:lpstr>6. Theoretical Analysis</vt:lpstr>
      <vt:lpstr>6. Theoretical Analysis</vt:lpstr>
      <vt:lpstr>7. Applications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Sarthik yadav</cp:lastModifiedBy>
  <cp:revision>19</cp:revision>
  <dcterms:created xsi:type="dcterms:W3CDTF">2024-09-26T07:25:32Z</dcterms:created>
  <dcterms:modified xsi:type="dcterms:W3CDTF">2026-04-11T06:53:03Z</dcterms:modified>
</cp:coreProperties>
</file>